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92608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Arial"/>
              </a:defRPr>
            </a:pPr>
            <a:r>
              <a:t>THREAD</a:t>
            </a:r>
          </a:p>
          <a:p>
            <a:pPr>
              <a:spcBef>
                <a:spcPts val="800"/>
              </a:spcBef>
              <a:defRPr sz="2400" b="1">
                <a:solidFill>
                  <a:srgbClr val="00E5FF"/>
                </a:solidFill>
                <a:latin typeface="Arial"/>
              </a:defRPr>
            </a:pPr>
            <a:r>
              <a:t>The Autonomous Ambient Meeting Intelligence Engine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Silent Cloud VM · Multimodal Gemini Vision · Dynamic Island · 1-Tap Staged Action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03520"/>
            <a:ext cx="2377440" cy="73152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ENTERPRISE READY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SOC2 &amp; 2-Party Consent Compliant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5303520"/>
            <a:ext cx="2377440" cy="73152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54406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CROSS-PLATFORM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iOS Native + Web Companion + VM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5303520"/>
            <a:ext cx="2377440" cy="73152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54406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GEMINI 2.0 VISION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Real-Time QR &amp; Slide OCR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MARKET OPPORTUNITY &amp; USER PAIN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95% of AI Meeting Tools Fail Knowledge Workers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Meetings have become high-friction black holes where critical context, links, and action items vanish.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31.2 HOURS PER MONTH ARE WASTED IN BACK-TO-BACK MEETINGS.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73% of commitments, deadlines, and follow-up emails are delayed or forgotten within 24 hours of call completion.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429000" cy="32918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90672"/>
            <a:ext cx="306324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1. INTRUSIVE BOT FRICTION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Traditional bots ('Otter.ai Bot has entered the room') are socially awkward, intrusive, and frequently blocked by enterprise IT firewalls.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Distracts attendees &amp; requires explicit manual inviting</a:t>
            </a:r>
            <a:br/>
            <a:r>
              <a:t>• Fails in enterprise security domains</a:t>
            </a:r>
            <a:br/>
            <a:r>
              <a:t>• Awkward for high-stakes recruiting &amp; leadership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926080"/>
            <a:ext cx="3429000" cy="32918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3090672"/>
            <a:ext cx="306324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2. PASSIVE TEXT WALLS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356616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Legacy tools spit out 20-page unstructured transcripts nobody ever reads. They miss all visual cues and presentation slides.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Blind to screen shares, slide QR codes, and forms</a:t>
            </a:r>
            <a:br/>
            <a:r>
              <a:t>• No distinction between fluff and decisive moments</a:t>
            </a:r>
            <a:br/>
            <a:r>
              <a:t>• Forces users to re-read hours of text after working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2926080"/>
            <a:ext cx="3429000" cy="32918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3090672"/>
            <a:ext cx="306324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3. ACTION ITEM AMNESIA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3566160"/>
            <a:ext cx="3063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Notes are useless without execution. Knowledge workers still have to manually draft emails, add calendar events, and submit application forms.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Zero automation for scheduling spoken deadlines</a:t>
            </a:r>
            <a:br/>
            <a:r>
              <a:t>• No instant drafting of follow-up emails</a:t>
            </a:r>
            <a:br/>
            <a:r>
              <a:t>• Commuters &amp; mobile workers miss live meeting polls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THE BREAKTHROUGH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Thread: Ambient, Autonomous, Actionable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 fundamentally new paradigm: An autonomous cloud agent that attends, extracts multimodal intelligence, and executes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1. SILENT CLOUD VIRTUAL MACHINE (VM)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Thread runs on a dedicated headless Cloud VM authenticated via your Google Workspace and Zoom credentials.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Zero external bot joining your call</a:t>
            </a:r>
            <a:br/>
            <a:r>
              <a:t>✓ Automatically joins on your behalf from your calendar</a:t>
            </a:r>
            <a:br/>
            <a:r>
              <a:t>✓ Full control over meeting audio, chat, and slides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2. MULTIMODAL GEMINI 2.0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94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While other tools only listen to audio, Thread watches presentation screen shares with sub-second computer vision.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Real-time slide OCR &amp; bullet point summarization</a:t>
            </a:r>
            <a:br/>
            <a:r>
              <a:t>✓ Instant QR code detection and link resolution</a:t>
            </a:r>
            <a:br/>
            <a:r>
              <a:t>✓ Auto-detects application forms, portals, and deadlines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5212080" cy="219456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33672"/>
            <a:ext cx="4846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3. GLANCEABLE DYNAMIC ISLAND &amp; LIVE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The entire meeting condensed into 3-word glanceable updates streamed directly to Apple's Dynamic Island and Lock Screen.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Know who is speaking and what is decided without looking</a:t>
            </a:r>
            <a:br/>
            <a:r>
              <a:t>✓ Live audio waveform indicator</a:t>
            </a:r>
            <a:br/>
            <a:r>
              <a:t>✓ Instant notification when actions require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69080"/>
            <a:ext cx="5212080" cy="219456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33672"/>
            <a:ext cx="4846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4. HUMAN-IN-THE-LOOP ACTION 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1772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AI autonomy with total human safety. Thread drafts the action, you approve with 1 tap or hands-free voice command.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Drafted follow-up emails to exact speakers</a:t>
            </a:r>
            <a:br/>
            <a:r>
              <a:t>✓ Spoken deadlines scheduled to Google Calendar</a:t>
            </a:r>
            <a:br/>
            <a:r>
              <a:t>✓ 1-Tap / Voice 'Just Send It' approval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ENGINEERING &amp;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End-to-End System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 high-performance pipeline spanning headless cloud browser automation, multimodal inference, and real-time Apple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10512"/>
            <a:ext cx="10149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LAYER 1: AMBIENT INGESTION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Cloud VM Chromium Worker (Headless Meet / Zoom) · In-Room Mic (Consent Guarded) · Chrome Extension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10728655" cy="105156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44952"/>
            <a:ext cx="10149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LAYER 2: MULTIMODAL INTELLIGENCE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Gemini 2.0 Flash Vision (QR / Slide OCR) · Whisper Diarization (Speaker ID) · Semantic Classifier (5 Moment Types)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728655" cy="105156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79392"/>
            <a:ext cx="10149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LAYER 3: AGENTIC ACTION DISPATCH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Google Calendar API (Stage Deadlines) · Gmail API (Send Follow-Ups) · Form Auto-Fill Engine · Poll Auto-Voter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49240"/>
            <a:ext cx="10728655" cy="105156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513832"/>
            <a:ext cx="101498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LAYER 4: CROSS-SURFACE COCKPITS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Native iOS Swift Cockpit · Apple Dynamic Island / Live Activity · Narrow Zoom Side-Panel · Driving Mode Voice HUD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Silent Cloud Virtual Machine (VM)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No awkward third-party bots. Thread joins meetings natively as you, running in a headless secure cloud container.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457200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✦  Autonomous Calendar Monitoring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Thread polls Google Calendar in the background. When an upcoming meeting is detected 5–10 minutes prior, it sends an actionable push notification: 'Join with Thread'.</a:t>
            </a:r>
          </a:p>
          <a:p>
            <a:pPr>
              <a:spcBef>
                <a:spcPts val="1000"/>
              </a:spcBef>
              <a:defRPr sz="1300" b="1">
                <a:solidFill>
                  <a:srgbClr val="00E5FF"/>
                </a:solidFill>
              </a:defRPr>
            </a:pPr>
            <a:r>
              <a:t>✦  Headless Chromium Execution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A dedicated cloud worker spawns a lightweight headless Chromium container. It logs in with authorized session cookies, enters the waiting room, and joins silently.</a:t>
            </a:r>
          </a:p>
          <a:p>
            <a:pPr>
              <a:spcBef>
                <a:spcPts val="1000"/>
              </a:spcBef>
              <a:defRPr sz="1300" b="1">
                <a:solidFill>
                  <a:srgbClr val="00E5FF"/>
                </a:solidFill>
              </a:defRPr>
            </a:pPr>
            <a:r>
              <a:t>✦  Dual Attendance Flexibility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The user can join on their phone or laptop as usual — Thread works quietly alongside as an invisible AI co-pilot. Or the user can skip the call entirely and let Thread represent them.</a:t>
            </a:r>
          </a:p>
          <a:p>
            <a:pPr>
              <a:spcBef>
                <a:spcPts val="1000"/>
              </a:spcBef>
              <a:defRPr sz="1300" b="1">
                <a:solidFill>
                  <a:srgbClr val="00E5FF"/>
                </a:solidFill>
              </a:defRPr>
            </a:pPr>
            <a:r>
              <a:t>✦  VM Remote Meeting Control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Thread provides native iOS control buttons (Mute, Raise Hand, Reaction, Chat, Leave) that send lightweight WebSocket commands directly to the VM.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645920"/>
            <a:ext cx="4480560" cy="457200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10512"/>
            <a:ext cx="411480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ENTERPRISE SECURITY &amp;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2860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🔒 Zero Credential Leaks</a:t>
            </a:r>
            <a:br/>
            <a:r>
              <a:t>Tokens stored in encrypted enclave; VM destroys session state on meeting end.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</a:defRPr>
            </a:pPr>
            <a:r>
              <a:t>⚡ Sub-100ms Command Latency</a:t>
            </a:r>
            <a:br/>
            <a:r>
              <a:t>Mute and Raise Hand commands reach Zoom/Meet via fast WebSocket RPC.</a:t>
            </a:r>
          </a:p>
          <a:p>
            <a:pPr>
              <a:spcBef>
                <a:spcPts val="1400"/>
              </a:spcBef>
              <a:defRPr sz="1150">
                <a:solidFill>
                  <a:srgbClr val="94A3B8"/>
                </a:solidFill>
              </a:defRPr>
            </a:pPr>
            <a:r>
              <a:t>🛡 Two-Party Consent Enforced</a:t>
            </a:r>
            <a:br/>
            <a:r>
              <a:t>Microphone transcription strictly adheres to state and federal wiretapping consent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MULTIMODAL AI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Gemini 2.0 Vision: Real-Time Slide &amp; QR Extraction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Audio is only half the meeting. Thread's vision pipeline decodes presentation slides, URLs, and QR codes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58521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REAL-TIME VISION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1. Screen Share Frame Sampling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The VM captures keyframe diffs whenever a presenter advances slides, avoiding redundant token spend.</a:t>
            </a:r>
          </a:p>
          <a:p>
            <a:pPr>
              <a:spcBef>
                <a:spcPts val="1000"/>
              </a:spcBef>
              <a:defRPr sz="1300" b="1">
                <a:solidFill>
                  <a:srgbClr val="A855F7"/>
                </a:solidFill>
              </a:defRPr>
            </a:pPr>
            <a:r>
              <a:t>2. Sub-Second QR Code Decoding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Built-in computer vision decodes slide QR codes instantly, resolving application portals, feedback forms, and slide decks.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3. Autonomous Form Auto-Fill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From slide QR code to completed job application or survey in 1 tap, automatically mapping your pre-stored resume and profile.</a:t>
            </a:r>
          </a:p>
        </p:txBody>
      </p:sp>
      <p:pic>
        <p:nvPicPr>
          <p:cNvPr id="8" name="Picture 7" descr="ios_live_demo_adv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214496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ACTION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Human-in-the-Loop: Staged, Not Spammed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Autonomous AI with zero hallucination risk. Thread stages high-value actions for simple 1-tap user confirmation.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14884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✉️ SMART EMAILS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E5FF"/>
                </a:solidFill>
              </a:defRPr>
            </a:pPr>
            <a:r>
              <a:t>Context-Rich Drafts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Detects requests: 'Sarah, can you send over the deck?'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Pre-addresses email to sarah.chen@novadynamics.io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Drafts polite executive summary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Dispatches via Gmail OAuth on 1 tap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645920"/>
            <a:ext cx="251460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1810512"/>
            <a:ext cx="214884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📅 CALENDAR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19456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Spoken Deadlines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Identifies exact dates: 'Applications close October 18'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Calculates start and end timestamps automatically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Populates Google Calendar with meeting notes and links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Prevents missed recruiting and project milestones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45920"/>
            <a:ext cx="251460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810512"/>
            <a:ext cx="214884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📊 LIVE POLLS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9456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Automated Voting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Detects in-meeting Zoom / Meet pop-up polls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Understands user sentiment &amp; previous preferences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Stages optimal option selection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Casts vote autonomously or prompts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1645920"/>
            <a:ext cx="251460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1810512"/>
            <a:ext cx="214884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📝 FORM AUTO-FILL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19456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1-Tap Applications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Extracts application form link from slide QR code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Parses candidate form fields (Name, Email, Resume)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Pre-populates fields with zero typos</a:t>
            </a:r>
          </a:p>
          <a:p>
            <a:pPr>
              <a:spcBef>
                <a:spcPts val="600"/>
              </a:spcBef>
              <a:defRPr sz="1050">
                <a:solidFill>
                  <a:srgbClr val="FFFFFF"/>
                </a:solidFill>
              </a:defRPr>
            </a:pPr>
            <a:r>
              <a:t>• Submits form directly on user confirmation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MOBILE FIRST CRAFTSMANSHIP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Native iOS Cockpit: Minimalist &amp; Production-Grade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Engineered in Swift with SwiftUI and ActivityKit for fluid 120Hz responsiveness.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21792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585216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HOMESCREEN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5669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E5FF"/>
                </a:solidFill>
              </a:defRPr>
            </a:pPr>
            <a:r>
              <a:t>✦  Executive Standby Dashboard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Balanced 2x2 Connected Ecosystem showing Zoom, Meet, Google Calendar, and Gmail sync status at a single glance.</a:t>
            </a:r>
          </a:p>
          <a:p>
            <a:pPr>
              <a:spcBef>
                <a:spcPts val="1000"/>
              </a:spcBef>
              <a:defRPr sz="1300" b="1">
                <a:solidFill>
                  <a:srgbClr val="00E5FF"/>
                </a:solidFill>
              </a:defRPr>
            </a:pPr>
            <a:r>
              <a:t>✦  Customizable Home Density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Users toggle between 'Minimal' (single quiet connector line) and 'Standard' (full autonomous capabilities overview) in Settings.</a:t>
            </a:r>
          </a:p>
          <a:p>
            <a:pPr>
              <a:spcBef>
                <a:spcPts val="1000"/>
              </a:spcBef>
              <a:defRPr sz="1300" b="1">
                <a:solidFill>
                  <a:srgbClr val="00E5FF"/>
                </a:solidFill>
              </a:defRPr>
            </a:pPr>
            <a:r>
              <a:t>✦  Integrated VM Meeting Controls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Mute, Raise Hand, Send Reactions, and chat directly in the active Zoom/Meet session via native iOS buttons.</a:t>
            </a:r>
          </a:p>
          <a:p>
            <a:pPr>
              <a:spcBef>
                <a:spcPts val="1000"/>
              </a:spcBef>
              <a:defRPr sz="1300" b="1">
                <a:solidFill>
                  <a:srgbClr val="00E5FF"/>
                </a:solidFill>
              </a:defRPr>
            </a:pPr>
            <a:r>
              <a:t>✦  Agent Command Pill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Natural language input with instant speech recognition. Command: 'Just send it' immediately approves and dispatches all pending staged drafts.</a:t>
            </a:r>
          </a:p>
        </p:txBody>
      </p:sp>
      <p:pic>
        <p:nvPicPr>
          <p:cNvPr id="8" name="Picture 7" descr="ios_standard_stand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214496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APPLE PLATFORM EXCELLENCE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Glanceable Intelligence: Dynamic Island &amp; Live Activities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Meeting intelligence without unlocking your phone. Live Activity attributes stream real-time updates directly to iOS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512064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DYNAMIC ISLAND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✦  3-Word Live Gist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Dynamic Island pill renders ultra-compact takeaways (e.g. 'Internships Open', 'Python &amp; Systems') updated every time speaker context shifts.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✦  Active Speaker &amp; Diarization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See who is talking right now and their role with live audio equalizer bars.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✦  1-Tap Deep Link Approvals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When an action is staged, the Dynamic Island expands to show an 'Approve' action that routes directly through URL schemes without app switching.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✦  Lock Screen Persistent Widget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Displays full meeting title, speaker initials, elapsed meeting clock, and real-time take-aways.</a:t>
            </a:r>
          </a:p>
        </p:txBody>
      </p:sp>
      <p:pic>
        <p:nvPicPr>
          <p:cNvPr id="8" name="Picture 7" descr="ios_live_demo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645920"/>
            <a:ext cx="2144969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DESKTOP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Web Companion &amp; Meeting Side-Panel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Designed to sit beside Zoom or Google Meet without obstructing your video call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3628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DUAL-MODE DESKTOP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FFFFFF"/>
                </a:solidFill>
              </a:defRPr>
            </a:pPr>
            <a:r>
              <a:t>• Snappable /panel Route: Fits in a narrow 380px side-panel docked right alongside Zoom or Google Meet.</a:t>
            </a:r>
          </a:p>
          <a:p>
            <a:pPr>
              <a:spcBef>
                <a:spcPts val="600"/>
              </a:spcBef>
              <a:defRPr sz="1250">
                <a:solidFill>
                  <a:srgbClr val="FFFFFF"/>
                </a:solidFill>
              </a:defRPr>
            </a:pPr>
            <a:r>
              <a:t>• Full Executive Cockpit: Interactive meeting graph, sentiment timeline, attendee mapping, and batch minute distribution.</a:t>
            </a:r>
          </a:p>
          <a:p>
            <a:pPr>
              <a:spcBef>
                <a:spcPts val="600"/>
              </a:spcBef>
              <a:defRPr sz="1250">
                <a:solidFill>
                  <a:srgbClr val="00E5FF"/>
                </a:solidFill>
              </a:defRPr>
            </a:pPr>
            <a:r>
              <a:t>• Live Synchronization: Changes approved on mobile reflect instantly on desktop via shared state.</a:t>
            </a:r>
          </a:p>
        </p:txBody>
      </p:sp>
      <p:pic>
        <p:nvPicPr>
          <p:cNvPr id="8" name="Picture 7" descr="webapp_ma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0"/>
            <a:ext cx="10728655" cy="67054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INCLUSIVE &amp;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Hands-Free Driving Copilot &amp; Privacy Ethics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Making remote work accessible and legal on the go, with strict participant consent enforcement.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🚗 HANDS-FREE DRIVING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✦  Voice Announced Milestones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Reads upcoming polls, deadlines, and action items aloud over car speakers via AVSpeechSynthesis so drivers never look down at their screen.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✦  Speech-Activated Approvals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Driver simply speaks: 'Just send it' to dispatch an email, or 'Add to calendar' to schedule a deadline.</a:t>
            </a:r>
          </a:p>
          <a:p>
            <a:pPr>
              <a:spcBef>
                <a:spcPts val="1000"/>
              </a:spcBef>
              <a:defRPr sz="1300" b="1">
                <a:solidFill>
                  <a:srgbClr val="F59E0B"/>
                </a:solidFill>
              </a:defRPr>
            </a:pPr>
            <a:r>
              <a:t>✦  High-Contrast Big Touch HUD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High-visibility controls designed specifically for automotive safe glanceability.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🛡 PRIVACY &amp; TWO-PARTY CONSENT 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✦  Strict Opt-In Audio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Microphone listening is disabled by default. Explicit toggle requires acknowledgment of wiretapping regulations.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✦  Local Device Anonymization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PII filtering strips sensitive identifiers before sending semantic payloads to inference endpoints.</a:t>
            </a:r>
          </a:p>
          <a:p>
            <a:pPr>
              <a:spcBef>
                <a:spcPts val="1000"/>
              </a:spcBef>
              <a:defRPr sz="1300" b="1">
                <a:solidFill>
                  <a:srgbClr val="10B981"/>
                </a:solidFill>
              </a:defRPr>
            </a:pPr>
            <a:r>
              <a:t>✦  Zero Cloud Retention</a:t>
            </a:r>
          </a:p>
          <a:p>
            <a:pPr>
              <a:spcBef>
                <a:spcPts val="200"/>
              </a:spcBef>
              <a:defRPr sz="1100">
                <a:solidFill>
                  <a:srgbClr val="FFFFFF"/>
                </a:solidFill>
              </a:defRPr>
            </a:pPr>
            <a:r>
              <a:t>Raw meeting audio is processed ephemerally and discarded immediately after semantic moment extraction.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MARKET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Competitive Advantage: Why Thread Wins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Comparing Thread against traditional transcription tools and single-platform AI companions.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 Capability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E5FF"/>
                          </a:solidFill>
                        </a:defRPr>
                      </a:pPr>
                      <a:r>
                        <a:t>Thread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Otter.ai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Zoom AI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MSFT Copilot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Silent Cloud VM Joining (No intrusive bot)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(Native)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(Visible Bot)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(Host only)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(Teams only)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Multimodal Slide OCR &amp; QR Code Extraction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(Sub-sec)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(Audio only)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 (Audio only)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Autonomous Poll &amp; Form Auto-Fill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(1-Tap)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Apple Dynamic Island &amp; Live Activities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(Native)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31B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Hands-Free Driving Copilot (Voice HUD)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YES (Voice)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64748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F17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PRESENTATION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Live Demo Script: 125-Second Discovery Day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The exact sequence to demonstrate to judges to showcase Thread's complete autonomous capabilities.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6868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0:00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83080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Standby &amp; Calendar Anticipation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Show clean Standby homescreen. Calendar notification triggers: 'Join with Thread'.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24328"/>
            <a:ext cx="10728655" cy="86868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0:18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761488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Diarized Speech &amp; Moment Extraction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Sarah Chen speaks about Summer 2027 SWE Internships. Instantly flagged as 'Opportunity'.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02736"/>
            <a:ext cx="10728655" cy="86868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67328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0:45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739896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Live Poll Auto-Voting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Zoom poll pops up on screen. Thread detects poll choices and stages 1-tap auto-vote.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81144"/>
            <a:ext cx="10728655" cy="86868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45736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1:10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718304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Gemini Vision Slide &amp; QR Scan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Michael Torres presents slide. Thread scans QR code and extracts career portal link live.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59552"/>
            <a:ext cx="10728655" cy="86868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24144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E5FF"/>
                </a:solidFill>
              </a:defRPr>
            </a:pPr>
            <a:r>
              <a:t>1:45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5696712"/>
            <a:ext cx="8961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1-Tap 'Just Send It' Execution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</a:defRPr>
            </a:pPr>
            <a:r>
              <a:t>User speaks voice command 'Just send it'. Email sent to Sarah Chen &amp; deadline scheduled.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7"/>
          </a:solidFill>
          <a:ln>
            <a:solidFill>
              <a:srgbClr val="0B0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E5FF"/>
                </a:solidFill>
                <a:latin typeface="Arial"/>
              </a:defRPr>
            </a:pPr>
            <a:r>
              <a:t>THE FUTURE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Meetings Shouldn't Rely on Human Memory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Thread is redefining enterprise presence: From passive note taking to active autonomous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STRATEGIC VISION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0E5FF"/>
                </a:solidFill>
              </a:defRPr>
            </a:pPr>
            <a:r>
              <a:t>✦  Q4 2026: Multi-VM Orchestration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Parallel cloud workers attending concurrent break-out sessions and synchronizing cross-meeting dependencies.</a:t>
            </a:r>
          </a:p>
          <a:p>
            <a:pPr>
              <a:spcBef>
                <a:spcPts val="1000"/>
              </a:spcBef>
              <a:defRPr sz="1250" b="1">
                <a:solidFill>
                  <a:srgbClr val="00E5FF"/>
                </a:solidFill>
              </a:defRPr>
            </a:pPr>
            <a:r>
              <a:t>✦  Q1 2027: Enterprise CRM Connectors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Deep write-backs into Salesforce, HubSpot, and Jira directly from verbal customer discussions.</a:t>
            </a:r>
          </a:p>
          <a:p>
            <a:pPr>
              <a:spcBef>
                <a:spcPts val="1000"/>
              </a:spcBef>
              <a:defRPr sz="1250" b="1">
                <a:solidFill>
                  <a:srgbClr val="00E5FF"/>
                </a:solidFill>
              </a:defRPr>
            </a:pPr>
            <a:r>
              <a:t>✦  Q2 2027: Personalized Voice Clone Delegation</a:t>
            </a:r>
          </a:p>
          <a:p>
            <a:pPr>
              <a:spcBef>
                <a:spcPts val="200"/>
              </a:spcBef>
              <a:defRPr sz="1050">
                <a:solidFill>
                  <a:srgbClr val="FFFFFF"/>
                </a:solidFill>
              </a:defRPr>
            </a:pPr>
            <a:r>
              <a:t>With user authorization, VM can verbally speak pre-approved updates in your voice during standups.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31B2B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10512"/>
            <a:ext cx="4846320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THREAD IS BUILT, VERIFIED, AND DEPLOYABLE.</a:t>
            </a:r>
          </a:p>
          <a:p>
            <a:pPr>
              <a:spcBef>
                <a:spcPts val="1000"/>
              </a:spcBef>
              <a:defRPr sz="1150">
                <a:solidFill>
                  <a:srgbClr val="94A3B8"/>
                </a:solidFill>
              </a:defRPr>
            </a:pPr>
            <a:r>
              <a:t>✓ Zero-install silent cloud attendee</a:t>
            </a:r>
            <a:br/>
            <a:r>
              <a:t>✓ Real-time multimodal slide &amp; QR vision</a:t>
            </a:r>
            <a:br/>
            <a:r>
              <a:t>✓ Dynamic Island &amp; Apple Watch glanceability</a:t>
            </a:r>
            <a:br/>
            <a:r>
              <a:t>✓ Safe human-in-the-loop 1-tap dispatch</a:t>
            </a:r>
            <a:br/>
            <a:r>
              <a:t>✓ Production-grade iOS app and Web side-panel</a:t>
            </a:r>
          </a:p>
          <a:p>
            <a:pPr>
              <a:spcBef>
                <a:spcPts val="1800"/>
              </a:spcBef>
              <a:defRPr sz="1300" b="1">
                <a:solidFill>
                  <a:srgbClr val="00E5FF"/>
                </a:solidFill>
              </a:defRPr>
            </a:pPr>
            <a:r>
              <a:t>Experience the Live Discovery Day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